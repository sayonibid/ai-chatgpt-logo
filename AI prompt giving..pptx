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83E7-EBD5-E8FB-180D-034B90130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DE0C5-8211-B5A3-B1B2-320A43D8B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8B4B6-4309-6D67-1FC3-16FEF8CB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811C6-189F-6E93-19D9-DE3FDB6CD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F0620-2576-EF70-72B3-318E699E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97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604C-E059-A959-C30F-6DB283C0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7CACC-E4D8-7076-0126-057F144CE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F4DB7-7500-0107-B7E8-F75FD75E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BA36C-3D65-1AD0-D6C6-56BBA5710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8FA5E-5818-D665-873D-4A1F0EB6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8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4E36B-BBCD-722D-4FAC-B5C73921B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D0670-0D13-F9D1-71FE-2B41DE5A2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DE61E-CB55-D75E-220D-065716E1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31FDD-4626-1DB1-E38F-960E000F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FC2D-5618-8007-8EFE-700F0C54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46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034E-3B1D-51CC-DF0C-66188008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352AA-BBD1-2BE6-EDBA-49D3B17AC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C1F4F-1261-0FFF-E045-E9E29F2F6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FE6A0-C982-7398-C979-FD77E14A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170B7-B9F0-4C20-6CCD-454B49CB1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37B81-9CEA-E2CF-2530-7DFCB4E9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57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28A3-39B7-415A-EE9C-A5A3DC105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E90D2-90FC-2ECE-6FE7-AD9D83D7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7A887-3C10-BD97-54BA-98B8924D1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00D7D-141E-BC5D-6EF3-63AA23460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88CC2-F486-9B05-04D4-E082F25E6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5FCADE-F619-CAE0-B6F8-9473A713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701C8-AEA7-9738-B714-C1B19B74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8DB63-E3B4-8E1E-0145-C9C1E36BB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158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B670-F241-D5BA-48D5-C1993FFF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3259-1A69-AD81-8061-8096EC0F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06D7D-3D1E-B37E-3D98-975672D4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EEB8F-17E0-5B4F-2864-554F7683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F3195-F484-9A37-4109-259BF5DF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12213-2EDF-F09E-6A2D-598E2F6F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7699E-1E62-0443-FFFD-DE2B3076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89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7C66-624A-8B12-854D-4C4483FD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01F30-0FC8-1461-55D2-DBFD642CC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08989-FD09-7DF0-15F6-757520BAE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6F49C-F2CE-8ECD-A31C-CCD3392A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98D84-45B6-59B9-0D9B-290C879F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A5ED5-4ED7-7C20-30D0-F3168EC5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79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6322-60A1-B4CF-CDD8-81C5DB6B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099D1-575E-3BB9-9BF2-47A12A547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B94B0-753C-61B5-A0A0-D18A8AC11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2D75B-286F-CCA1-82BC-CC43F598C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E4AFF-ED13-2CDB-B4CA-990D122B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DF534-0178-A41D-325D-48D624AC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15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C14-6844-0E0E-B089-34AD2EC0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0E41A-0365-D7E0-6DE6-5538C2079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7807C-E7AB-A42E-70BD-1D5784410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35110-84F5-2E5C-4E06-7B670898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7B6E-8587-A4D2-DDBC-79E8F5F8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39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CB9D06-67D7-75AF-4C41-003FED61A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46AFA-1DB7-79ED-6E0F-5BB671B6D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64EB7-78F1-313D-C2DC-93064F8AC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73703-7167-1A5C-460D-B1E4380C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BB5E1-1174-6738-6EB6-A7534596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69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4C222C-8FAD-F1D4-F16C-ACDBB3B94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E4270-5C6B-C858-CE06-D09E86D8E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05E8D-8819-9523-9852-87F5251F8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0FE62-3BA0-4A33-95D9-AB00665B423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AB471-3CEE-52E4-1871-C29A84954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899B0-25D4-7042-C908-498D50991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4B104-2B86-4101-9DBA-CB69A8C49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32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E94DB2-DF1C-83C9-5AC0-7EE57593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37" y="284103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/>
              <a:t>create education product for children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4D4F2-8B03-1927-003E-6FB9D258F317}"/>
              </a:ext>
            </a:extLst>
          </p:cNvPr>
          <p:cNvSpPr txBox="1"/>
          <p:nvPr/>
        </p:nvSpPr>
        <p:spPr>
          <a:xfrm>
            <a:off x="486137" y="1239275"/>
            <a:ext cx="1140106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Product Name: Play &amp; Grow</a:t>
            </a:r>
          </a:p>
          <a:p>
            <a:r>
              <a:rPr lang="en-US" b="1" dirty="0"/>
              <a:t>Category</a:t>
            </a:r>
          </a:p>
          <a:p>
            <a:r>
              <a:rPr lang="en-US" dirty="0"/>
              <a:t>Early Learning Educational Kit (Ages </a:t>
            </a:r>
            <a:r>
              <a:rPr lang="en-US" b="1" dirty="0"/>
              <a:t>4–8</a:t>
            </a:r>
            <a:r>
              <a:rPr lang="en-US" dirty="0"/>
              <a:t>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Core Idea</a:t>
            </a:r>
          </a:p>
          <a:p>
            <a:r>
              <a:rPr lang="en-US" b="1" dirty="0"/>
              <a:t>Play &amp; Grow</a:t>
            </a:r>
            <a:r>
              <a:rPr lang="en-US" dirty="0"/>
              <a:t> is a </a:t>
            </a:r>
            <a:r>
              <a:rPr lang="en-US" b="1" dirty="0"/>
              <a:t>hands-on, screen-light learning kit</a:t>
            </a:r>
            <a:r>
              <a:rPr lang="en-US" dirty="0"/>
              <a:t> that helps children learn </a:t>
            </a:r>
            <a:r>
              <a:rPr lang="en-US" b="1" dirty="0"/>
              <a:t>thinking, language, numbers, emotions, and creativity</a:t>
            </a:r>
            <a:r>
              <a:rPr lang="en-US" dirty="0"/>
              <a:t> through play.</a:t>
            </a:r>
            <a:br>
              <a:rPr lang="en-US" dirty="0"/>
            </a:br>
            <a:r>
              <a:rPr lang="en-US" dirty="0"/>
              <a:t>The product is modular, meaning children learn without pressure and at their own pace.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What the Product Includes</a:t>
            </a:r>
          </a:p>
          <a:p>
            <a:r>
              <a:rPr lang="en-US" b="1" dirty="0"/>
              <a:t>1. Story-Based Learning Cards</a:t>
            </a:r>
          </a:p>
          <a:p>
            <a:r>
              <a:rPr lang="en-US" dirty="0"/>
              <a:t>Short illustrated stories</a:t>
            </a:r>
          </a:p>
          <a:p>
            <a:r>
              <a:rPr lang="en-US" dirty="0"/>
              <a:t>Each story teaches:</a:t>
            </a:r>
          </a:p>
          <a:p>
            <a:pPr lvl="1"/>
            <a:r>
              <a:rPr lang="en-US" dirty="0"/>
              <a:t>Moral reasoning</a:t>
            </a:r>
          </a:p>
          <a:p>
            <a:pPr lvl="1"/>
            <a:r>
              <a:rPr lang="en-US" dirty="0"/>
              <a:t>Basic math or language concepts</a:t>
            </a:r>
          </a:p>
          <a:p>
            <a:pPr lvl="1"/>
            <a:r>
              <a:rPr lang="en-US" dirty="0"/>
              <a:t>Emotional awareness</a:t>
            </a:r>
          </a:p>
          <a:p>
            <a:r>
              <a:rPr lang="en-US" dirty="0"/>
              <a:t>🧠 </a:t>
            </a:r>
            <a:r>
              <a:rPr lang="en-US" i="1" dirty="0"/>
              <a:t>Psychology</a:t>
            </a:r>
            <a:r>
              <a:rPr lang="en-US" dirty="0"/>
              <a:t>: Stories improve memory retention and empathy.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74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86F0-997B-0199-64DB-7C9C715B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84" y="285368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1300" b="1" dirty="0"/>
              <a:t>2. Activity Boards (Reusable)</a:t>
            </a:r>
            <a:br>
              <a:rPr lang="en-US" sz="1300" b="1" dirty="0"/>
            </a:br>
            <a:r>
              <a:rPr lang="en-US" sz="1300" dirty="0"/>
              <a:t>Velcro / magnetic boards</a:t>
            </a:r>
            <a:br>
              <a:rPr lang="en-US" sz="1300" dirty="0"/>
            </a:br>
            <a:r>
              <a:rPr lang="en-US" sz="1300" dirty="0"/>
              <a:t>Tasks like:</a:t>
            </a:r>
            <a:br>
              <a:rPr lang="en-US" sz="1300" dirty="0"/>
            </a:br>
            <a:r>
              <a:rPr lang="en-US" sz="1300" dirty="0"/>
              <a:t>Match shapes</a:t>
            </a:r>
            <a:br>
              <a:rPr lang="en-US" sz="1300" dirty="0"/>
            </a:br>
            <a:r>
              <a:rPr lang="en-US" sz="1300" dirty="0"/>
              <a:t>Build sequences</a:t>
            </a:r>
            <a:br>
              <a:rPr lang="en-US" sz="1300" dirty="0"/>
            </a:br>
            <a:r>
              <a:rPr lang="en-US" sz="1300" dirty="0"/>
              <a:t>Solve simple puzzles</a:t>
            </a:r>
            <a:br>
              <a:rPr lang="en-US" sz="1300" dirty="0"/>
            </a:br>
            <a:r>
              <a:rPr lang="en-US" sz="1300" dirty="0"/>
              <a:t>🧠 </a:t>
            </a:r>
            <a:r>
              <a:rPr lang="en-US" sz="1300" i="1" dirty="0"/>
              <a:t>Why it works</a:t>
            </a:r>
            <a:r>
              <a:rPr lang="en-US" sz="1300" dirty="0"/>
              <a:t>: Improves problem-solving and fine motor skills.</a:t>
            </a:r>
            <a:br>
              <a:rPr lang="en-US" sz="1300" dirty="0"/>
            </a:br>
            <a:br>
              <a:rPr lang="en-US" sz="1300" dirty="0"/>
            </a:br>
            <a:br>
              <a:rPr lang="en-US" sz="1300" dirty="0"/>
            </a:br>
            <a:r>
              <a:rPr lang="en-US" sz="1300" b="1" dirty="0"/>
              <a:t>3. Emotion &amp; Expression Cards</a:t>
            </a:r>
            <a:br>
              <a:rPr lang="en-US" sz="1300" b="1" dirty="0"/>
            </a:br>
            <a:r>
              <a:rPr lang="en-US" sz="1300" dirty="0"/>
              <a:t>Faces showing different emotions</a:t>
            </a:r>
            <a:br>
              <a:rPr lang="en-US" sz="1300" dirty="0"/>
            </a:br>
            <a:r>
              <a:rPr lang="en-US" sz="1300" dirty="0"/>
              <a:t>Children identify, name, and talk about feelings</a:t>
            </a:r>
            <a:br>
              <a:rPr lang="en-US" sz="1300" dirty="0"/>
            </a:br>
            <a:r>
              <a:rPr lang="en-US" sz="1300" dirty="0"/>
              <a:t>🧠 </a:t>
            </a:r>
            <a:r>
              <a:rPr lang="en-US" sz="1300" i="1" dirty="0"/>
              <a:t>Builds emotional intelligence</a:t>
            </a:r>
            <a:r>
              <a:rPr lang="en-US" sz="1300" dirty="0"/>
              <a:t>, often ignored in early education.</a:t>
            </a:r>
            <a:br>
              <a:rPr lang="en-US" sz="1300" dirty="0"/>
            </a:br>
            <a:br>
              <a:rPr lang="en-US" sz="1300" dirty="0"/>
            </a:br>
            <a:br>
              <a:rPr lang="en-US" sz="1300" dirty="0"/>
            </a:br>
            <a:r>
              <a:rPr lang="en-US" sz="1300" b="1" dirty="0"/>
              <a:t>4. Creative Play Pack</a:t>
            </a:r>
            <a:br>
              <a:rPr lang="en-US" sz="1300" b="1" dirty="0"/>
            </a:br>
            <a:r>
              <a:rPr lang="en-US" sz="1300" dirty="0"/>
              <a:t>Drawing prompts</a:t>
            </a:r>
            <a:br>
              <a:rPr lang="en-US" sz="1300" dirty="0"/>
            </a:br>
            <a:r>
              <a:rPr lang="en-US" sz="1300" dirty="0"/>
              <a:t>Build-your-own story sheets</a:t>
            </a:r>
            <a:br>
              <a:rPr lang="en-US" sz="1300" dirty="0"/>
            </a:br>
            <a:r>
              <a:rPr lang="en-US" sz="1300" dirty="0"/>
              <a:t>DIY craft ideas</a:t>
            </a:r>
            <a:br>
              <a:rPr lang="en-US" sz="1300" dirty="0"/>
            </a:br>
            <a:r>
              <a:rPr lang="en-US" sz="1300" dirty="0"/>
              <a:t>🧠 Encourages imagination instead of rote learning.</a:t>
            </a:r>
            <a:br>
              <a:rPr lang="en-US" sz="1300" dirty="0"/>
            </a:br>
            <a:br>
              <a:rPr lang="en-US" sz="1300" dirty="0"/>
            </a:br>
            <a:br>
              <a:rPr lang="en-US" sz="1300" dirty="0"/>
            </a:br>
            <a:r>
              <a:rPr lang="en-US" sz="1300" b="1" dirty="0"/>
              <a:t>Learning Outcomes</a:t>
            </a:r>
            <a:br>
              <a:rPr lang="en-US" sz="1300" b="1" dirty="0"/>
            </a:br>
            <a:r>
              <a:rPr lang="en-US" sz="1300" dirty="0"/>
              <a:t>✔ Cognitive skills</a:t>
            </a:r>
            <a:br>
              <a:rPr lang="en-US" sz="1300" dirty="0"/>
            </a:br>
            <a:r>
              <a:rPr lang="en-US" sz="1300" dirty="0"/>
              <a:t>✔ Emotional intelligence</a:t>
            </a:r>
            <a:br>
              <a:rPr lang="en-US" sz="1300" dirty="0"/>
            </a:br>
            <a:r>
              <a:rPr lang="en-US" sz="1300" dirty="0"/>
              <a:t>✔ Language development</a:t>
            </a:r>
            <a:br>
              <a:rPr lang="en-US" sz="1300" dirty="0"/>
            </a:br>
            <a:r>
              <a:rPr lang="en-US" sz="1300" dirty="0"/>
              <a:t>✔ Confidence &amp; independence</a:t>
            </a:r>
            <a:br>
              <a:rPr lang="en-US" sz="1300" dirty="0"/>
            </a:br>
            <a:r>
              <a:rPr lang="en-US" sz="1300" dirty="0"/>
              <a:t>✔ Creativity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31ACC-B89A-3303-3B26-81734CDE037E}"/>
              </a:ext>
            </a:extLst>
          </p:cNvPr>
          <p:cNvSpPr txBox="1"/>
          <p:nvPr/>
        </p:nvSpPr>
        <p:spPr>
          <a:xfrm>
            <a:off x="6400801" y="410639"/>
            <a:ext cx="427105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Parent &amp; Teacher Friendly</a:t>
            </a:r>
          </a:p>
          <a:p>
            <a:r>
              <a:rPr lang="en-US" dirty="0"/>
              <a:t>Simple guidebook with:</a:t>
            </a:r>
          </a:p>
          <a:p>
            <a:pPr lvl="1"/>
            <a:r>
              <a:rPr lang="en-US" dirty="0"/>
              <a:t>How to use activities</a:t>
            </a:r>
          </a:p>
          <a:p>
            <a:pPr lvl="1"/>
            <a:r>
              <a:rPr lang="en-US" dirty="0"/>
              <a:t>Progress tips (no tests)</a:t>
            </a:r>
          </a:p>
          <a:p>
            <a:r>
              <a:rPr lang="en-US" dirty="0"/>
              <a:t>Can be used at home or in classrooms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Design &amp; Colors (Child Psychology Based)</a:t>
            </a:r>
          </a:p>
          <a:p>
            <a:r>
              <a:rPr lang="en-US" b="1" dirty="0"/>
              <a:t>Primary palette</a:t>
            </a:r>
            <a:r>
              <a:rPr lang="en-US" dirty="0"/>
              <a:t>: Soft blue &amp; warm yellow (calming + focus)</a:t>
            </a:r>
          </a:p>
          <a:p>
            <a:r>
              <a:rPr lang="en-US" b="1" dirty="0"/>
              <a:t>Accent</a:t>
            </a:r>
            <a:r>
              <a:rPr lang="en-US" dirty="0"/>
              <a:t>: Coral (engagement, happiness)</a:t>
            </a:r>
          </a:p>
          <a:p>
            <a:r>
              <a:rPr lang="en-US" dirty="0"/>
              <a:t>Rounded shapes, friendly illustrations, no sharp visuals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Why This Product Is Different</a:t>
            </a:r>
          </a:p>
          <a:p>
            <a:r>
              <a:rPr lang="en-US" dirty="0"/>
              <a:t>No pressure</a:t>
            </a:r>
          </a:p>
          <a:p>
            <a:r>
              <a:rPr lang="en-US" dirty="0"/>
              <a:t>No heavy screens</a:t>
            </a:r>
          </a:p>
          <a:p>
            <a:r>
              <a:rPr lang="en-US" dirty="0"/>
              <a:t>Learning through </a:t>
            </a:r>
            <a:r>
              <a:rPr lang="en-US" b="1" dirty="0"/>
              <a:t>doing, feeling, and creating</a:t>
            </a:r>
            <a:endParaRPr lang="en-US" dirty="0"/>
          </a:p>
          <a:p>
            <a:r>
              <a:rPr lang="en-US" dirty="0"/>
              <a:t>Suitable for different learning speeds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68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1C0B4E-3E79-A95B-6943-FF1462041A2D}"/>
              </a:ext>
            </a:extLst>
          </p:cNvPr>
          <p:cNvSpPr txBox="1"/>
          <p:nvPr/>
        </p:nvSpPr>
        <p:spPr>
          <a:xfrm>
            <a:off x="2256474" y="1240972"/>
            <a:ext cx="8974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PROMPT 2-create one educational toy for children between the age of 7-10yrs, show it visually</a:t>
            </a:r>
            <a:endParaRPr lang="en-IN" dirty="0"/>
          </a:p>
        </p:txBody>
      </p:sp>
      <p:sp>
        <p:nvSpPr>
          <p:cNvPr id="5" name="AutoShape 2" descr="Generated image">
            <a:extLst>
              <a:ext uri="{FF2B5EF4-FFF2-40B4-BE49-F238E27FC236}">
                <a16:creationId xmlns:a16="http://schemas.microsoft.com/office/drawing/2014/main" id="{F00904AA-9BE1-F31F-7227-48136AEBFC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34343" y="-32657"/>
            <a:ext cx="3614057" cy="36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E83BDB-C20C-85A5-5509-08E766529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343" y="1774371"/>
            <a:ext cx="6368143" cy="424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8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3C703-AE44-D85E-3D46-75444F0D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PROMPT 3- create one educational toy for children between the age of 7-10yrs, show it </a:t>
            </a:r>
            <a:r>
              <a:rPr lang="en-US" sz="1800" dirty="0" err="1"/>
              <a:t>visually.The</a:t>
            </a:r>
            <a:r>
              <a:rPr lang="en-US" sz="1800" dirty="0"/>
              <a:t> toy should be able to make them love numbers, love </a:t>
            </a:r>
            <a:r>
              <a:rPr lang="en-US" sz="1800" dirty="0" err="1"/>
              <a:t>maths</a:t>
            </a:r>
            <a:r>
              <a:rPr lang="en-US" sz="1800" dirty="0"/>
              <a:t>. It should be a small product toy/game easy to handle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DA03E-B332-490F-38AF-D4441BF5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214" y="1489075"/>
            <a:ext cx="75057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87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8E07-798D-88F6-F00E-D6F6B682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PROMPT 4- create one educational toy for children between the age of 7-10yrs, show it </a:t>
            </a:r>
            <a:r>
              <a:rPr lang="en-US" sz="2000" dirty="0" err="1"/>
              <a:t>visually.The</a:t>
            </a:r>
            <a:r>
              <a:rPr lang="en-US" sz="2000" dirty="0"/>
              <a:t> toy should be able to make them love numbers, love </a:t>
            </a:r>
            <a:r>
              <a:rPr lang="en-US" sz="2000" dirty="0" err="1"/>
              <a:t>maths</a:t>
            </a:r>
            <a:r>
              <a:rPr lang="en-US" sz="2000" dirty="0"/>
              <a:t>. It should be a small product toy/game easy to </a:t>
            </a:r>
            <a:r>
              <a:rPr lang="en-US" sz="2000" dirty="0" err="1"/>
              <a:t>handle.The</a:t>
            </a:r>
            <a:r>
              <a:rPr lang="en-US" sz="2000" dirty="0"/>
              <a:t> product should be color coded to understand better, prime numbers as yellow, even as green, odd as red. It should teach mathematical calculations as well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33D1B-0D43-6247-A410-635DF486C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986" y="1690688"/>
            <a:ext cx="7342414" cy="489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1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458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create education product for children</vt:lpstr>
      <vt:lpstr>2. Activity Boards (Reusable) Velcro / magnetic boards Tasks like: Match shapes Build sequences Solve simple puzzles 🧠 Why it works: Improves problem-solving and fine motor skills.   3. Emotion &amp; Expression Cards Faces showing different emotions Children identify, name, and talk about feelings 🧠 Builds emotional intelligence, often ignored in early education.   4. Creative Play Pack Drawing prompts Build-your-own story sheets DIY craft ideas 🧠 Encourages imagination instead of rote learning.   Learning Outcomes ✔ Cognitive skills ✔ Emotional intelligence ✔ Language development ✔ Confidence &amp; independence ✔ Creativity  </vt:lpstr>
      <vt:lpstr>PowerPoint Presentation</vt:lpstr>
      <vt:lpstr>PROMPT 3- create one educational toy for children between the age of 7-10yrs, show it visually.The toy should be able to make them love numbers, love maths. It should be a small product toy/game easy to handle</vt:lpstr>
      <vt:lpstr>PROMPT 4- create one educational toy for children between the age of 7-10yrs, show it visually.The toy should be able to make them love numbers, love maths. It should be a small product toy/game easy to handle.The product should be color coded to understand better, prime numbers as yellow, even as green, odd as red. It should teach mathematical calculations as well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Sayoni Bid</dc:creator>
  <cp:lastModifiedBy>Sayoni Bid</cp:lastModifiedBy>
  <cp:revision>2</cp:revision>
  <dcterms:created xsi:type="dcterms:W3CDTF">2026-01-13T16:26:26Z</dcterms:created>
  <dcterms:modified xsi:type="dcterms:W3CDTF">2026-01-13T16:41:43Z</dcterms:modified>
</cp:coreProperties>
</file>
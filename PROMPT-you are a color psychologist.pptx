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26B2-6DBC-2626-9395-CE322927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82BF0-B80F-E004-5462-83256DD0B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C491B-C15D-8C69-ECA9-EB6C44DE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1E47-5DE3-05BD-1249-C7CB00FB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2DF5-F4FC-1243-4DEB-658677DD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0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F262-C93C-B528-B52A-EE05DBD6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52D8-1DC7-9A86-F260-DC9953AA3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7419-DA81-F4E3-8C5B-34634A12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37BFC-F081-8414-0D44-49A3DFB9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EB2F-C97A-D210-C378-ECF22DA7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9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E942-96E5-32FE-D4CC-94D4A50C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8134C-8B4C-A149-61C1-B874FC3C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D1DA-6A24-8E0A-15D8-4EB9A17F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0D94-721A-CA4C-673B-C82DDF36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04908-C660-790F-D9A3-1311DFEC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0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DB17-1F96-FAB9-443C-05FE60E2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70F26-2927-CE4D-D914-23FCD6738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4448A-225E-3CE7-DB83-D498D758F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AFCAC-EB43-DF62-29D4-6F2238821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590AE-CF8E-EC30-1CC1-3FF161D9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5C136-1348-A8EF-1C51-F2A833EB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39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11F5-065B-DF83-1C41-3FD2FC12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E7707-8EF0-13B7-0B46-2A365813F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52AE2-C75F-16B8-8A7D-9069A7D75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4F7A9-6D54-001C-8723-574A070F7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798D9-8CD2-FF84-A28F-992FE3CB5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57F15-DE33-CD04-CBB7-70BD6671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5B75B-7DAF-31DF-15C9-FE4DDD4F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45493-DB23-5E2B-59FA-F37318F0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54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973F-5330-52E9-6CB8-3770ED5F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12B8E-C5B6-F1E2-6676-0B070EA7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7E8D4-468C-4146-A736-B55B9DC8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B7B08-BAF4-F48E-37C7-CC0D2B66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17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BB600-FD77-C888-EF62-83620C4B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C993C-2C4D-8B07-3B67-2D54C000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19B9-CCBD-653C-21C9-78C08420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3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853E-7EDD-D172-9AFF-3E353958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2CA8-3F18-7678-5AF0-5AD608E8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A5702-1BDD-50FA-C820-87DC9A48B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51BF4-130D-AE47-6909-DE0E7D8D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4D3C6-6C52-EE07-79A5-1C0B421F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DDFE1-23C0-43B3-4EA3-87F28C0D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86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A430-BF49-3203-CD9F-E34A9CDFF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E94D4-C78D-389D-97F6-DD07689A0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5A5FB-7214-765B-7094-B595D0F08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DC766-81FF-FB65-2344-663EE634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4C44A-7A00-3B85-55D9-C2E29287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F421-ACE4-8397-4074-BB897148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0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E034-590F-D29E-77BC-E8BC3EA3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343A8-5BAC-7685-EA4C-CFBF3376B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A534-B787-3721-B95B-5CB6EE74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CE7D-7D35-F42D-1F72-20990D1D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C1AA0-60B2-A6A5-3B9B-B9836317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4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8F1AF-AB0F-5D0B-6BB2-4731FB5D1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C6C17-FC65-A8B5-06E0-AC76A9210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40C60-E5DA-F443-B260-FDB84A97D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3DD4F-E77C-5F6E-4E87-0C0F8FA3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77993-2DAE-1512-5B85-3762F74D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8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5C119-3B0F-24B3-8515-5E6D32F5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6A14-C0E5-31E9-2556-14E68776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B4EF2-3D13-D307-A411-5ED517E28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C0B68-513D-499E-BAE0-E16698AF171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9129-1504-8DDA-FBDF-BA1D76ADE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935C8-CE72-4D55-8EB4-B2A85845B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7BB40-30F1-4F93-8595-CF5BEC6EF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55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617C-EFA5-6887-C0F0-79A1729DA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488043"/>
            <a:ext cx="9144000" cy="1136877"/>
          </a:xfrm>
        </p:spPr>
        <p:txBody>
          <a:bodyPr>
            <a:normAutofit/>
          </a:bodyPr>
          <a:lstStyle/>
          <a:p>
            <a:r>
              <a:rPr lang="en-US" sz="2400" b="1" dirty="0"/>
              <a:t>PROMPT-you are a color psychologist. Create a logo for a coffee shop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7B612-0DE6-3363-7B7B-D55A3FC0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94114"/>
            <a:ext cx="4147457" cy="4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7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367C-6BD6-B3AB-ED7D-5588190E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are a color psychologist. Create a logo for a coffee shop called evening </a:t>
            </a:r>
            <a:r>
              <a:rPr lang="en-US" sz="2000" dirty="0" err="1"/>
              <a:t>brews.It</a:t>
            </a:r>
            <a:r>
              <a:rPr lang="en-US" sz="2000" dirty="0"/>
              <a:t> is a evening time themed with pleasant colors for spending evening time located near a garden in a semi peaceful area</a:t>
            </a:r>
            <a:endParaRPr lang="en-IN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BB5C32-7CAC-64FB-A875-8B3864DE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045" y="1912711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2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6F7F-331B-404A-2551-F9A4392B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are a color psychologist. Create a logo for a coffee shop called evening </a:t>
            </a:r>
            <a:r>
              <a:rPr lang="en-US" sz="2000" dirty="0" err="1"/>
              <a:t>brews.It</a:t>
            </a:r>
            <a:r>
              <a:rPr lang="en-US" sz="2000" dirty="0"/>
              <a:t> is a evening time themed with pleasant colors for spending evening time, perfect for young couples, located near a garden in a semi peaceful area. </a:t>
            </a:r>
            <a:r>
              <a:rPr lang="en-US" sz="2000" dirty="0" err="1"/>
              <a:t>Dont</a:t>
            </a:r>
            <a:r>
              <a:rPr lang="en-US" sz="2000" dirty="0"/>
              <a:t> add more than 2 colors of similar tone and one can be contrasting. Plain Suttle colors with not much background elements </a:t>
            </a:r>
            <a:endParaRPr lang="en-IN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0D73E8-C9E3-DAC7-7006-973024173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6417" y="169068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1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PROMPT-you are a color psychologist. Create a logo for a coffee shop</vt:lpstr>
      <vt:lpstr>you are a color psychologist. Create a logo for a coffee shop called evening brews.It is a evening time themed with pleasant colors for spending evening time located near a garden in a semi peaceful area</vt:lpstr>
      <vt:lpstr>you are a color psychologist. Create a logo for a coffee shop called evening brews.It is a evening time themed with pleasant colors for spending evening time, perfect for young couples, located near a garden in a semi peaceful area. Dont add more than 2 colors of similar tone and one can be contrasting. Plain Suttle colors with not much background elements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Sayoni Bid</dc:creator>
  <cp:lastModifiedBy>Sayoni Bid</cp:lastModifiedBy>
  <cp:revision>1</cp:revision>
  <dcterms:created xsi:type="dcterms:W3CDTF">2026-01-13T17:17:15Z</dcterms:created>
  <dcterms:modified xsi:type="dcterms:W3CDTF">2026-01-13T17:17:28Z</dcterms:modified>
</cp:coreProperties>
</file>